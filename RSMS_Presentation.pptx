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SOFTWARE</a:t>
            </a:r>
          </a:p>
          <a:p>
            <a:r>
              <a:rPr sz="2800"/>
              <a:t>REQUIREMENT</a:t>
            </a:r>
          </a:p>
          <a:p>
            <a:r>
              <a:rPr sz="2800"/>
              <a:t>SPECIFICATION</a:t>
            </a:r>
          </a:p>
          <a:p>
            <a:r>
              <a:rPr sz="2800"/>
              <a:t>for</a:t>
            </a:r>
          </a:p>
          <a:p>
            <a:r>
              <a:rPr sz="2800"/>
              <a:t>Retail Store Management System iOS</a:t>
            </a:r>
          </a:p>
          <a:p>
            <a:r>
              <a:rPr sz="2800"/>
              <a:t>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Version History</a:t>
            </a:r>
          </a:p>
          <a:p>
            <a:r>
              <a:rPr sz="1800"/>
              <a:t>Name	Date	Version</a:t>
            </a:r>
          </a:p>
          <a:p>
            <a:r>
              <a:rPr sz="1800"/>
              <a:t>Prasad B S	03/03/2026	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Team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Members &amp; Roles:</a:t>
            </a:r>
          </a:p>
          <a:p>
            <a:pPr lvl="1"/>
            <a:r>
              <a:t>• Prasad B S - Project Lead / iOS Developer (Architecture &amp; Core Systems)</a:t>
            </a:r>
          </a:p>
          <a:p>
            <a:pPr lvl="1"/>
            <a:r>
              <a:t>• Store Operations Team - UI/UX &amp; Backend Integration</a:t>
            </a:r>
          </a:p>
          <a:p>
            <a:pPr lvl="1"/>
            <a:r>
              <a:t>• Omnichannel Specialists - Payment &amp; RFID Integration</a:t>
            </a:r>
          </a:p>
          <a:p>
            <a:pPr lvl="1"/>
            <a:r>
              <a:t>• After-Sales Experts - Service Workflow implementation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Customer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Objectives:</a:t>
            </a:r>
          </a:p>
          <a:p>
            <a:pPr lvl="1"/>
            <a:r>
              <a:t>• Build a Retail Store Management System (RSMS) tailored to a multi-country luxury goods retail chain.</a:t>
            </a:r>
          </a:p>
          <a:p>
            <a:pPr lvl="1"/>
            <a:r>
              <a:t>• Unify store operations, clienteling, product lifecycle, omnichannel fulfilment, and after-sales services.</a:t>
            </a:r>
          </a:p>
          <a:p>
            <a:pPr lvl="1"/>
            <a:r>
              <a:t>• Preserve the brand’s high-touch experience and compliance with global retail and payments regulations.</a:t>
            </a:r>
          </a:p>
          <a:p>
            <a:pPr lvl="1"/>
            <a:r>
              <a:t>• Provide a configurable product that can be adapted for various luxury retail formats, store sizes, and regional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Team's Understanding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&amp; Solution Approach:</a:t>
            </a:r>
          </a:p>
          <a:p>
            <a:pPr lvl="1"/>
            <a:r>
              <a:t>• Deep Dive into User Personas: Custom dashboards for Admin, Boutique Manager, Sales Associate, Inventory Controller, and After-Sales.</a:t>
            </a:r>
          </a:p>
          <a:p>
            <a:pPr lvl="1"/>
            <a:r>
              <a:t>• Technical Excellence: Built natively for iOS 26+ devices (iPhone/iPad) using SwiftUI, MVVM Architecture, and Swift Concurrency.</a:t>
            </a:r>
          </a:p>
          <a:p>
            <a:pPr lvl="1"/>
            <a:r>
              <a:t>• Omnichannel Focus: Centralized product master data, BOPIS/BORIS, Endless Aisle, and RFID-enabled stock management.</a:t>
            </a:r>
          </a:p>
          <a:p>
            <a:pPr lvl="1"/>
            <a:r>
              <a:t>• High Reliability: Ensuring 0 memory leaks, 0 constraint issues, secure Passkey authentication, and offline resilience for 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Final Ask &amp; Customer Delight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Exceeding Expectations:</a:t>
            </a:r>
          </a:p>
          <a:p>
            <a:pPr lvl="1"/>
            <a:r>
              <a:t>• Final Ask Re-defined: A highly scalable, secure (GDPR compliant), and performant ecosystem tailored for luxury retail.</a:t>
            </a:r>
          </a:p>
          <a:p>
            <a:pPr lvl="1"/>
            <a:r>
              <a:t>• Customer Delight Elements:</a:t>
            </a:r>
          </a:p>
          <a:p>
            <a:pPr lvl="2"/>
            <a:r>
              <a:t>- AI-Assisted Clienteling: Using Core ML for intelligent cross-sell/up-sell recommendations.</a:t>
            </a:r>
          </a:p>
          <a:p>
            <a:pPr lvl="2"/>
            <a:r>
              <a:t>- Advanced Vision Integration: Automated Intake &amp; Diagnostics for After-Sales using camera &amp; ML.</a:t>
            </a:r>
          </a:p>
          <a:p>
            <a:pPr lvl="2"/>
            <a:r>
              <a:t>- Ultra-Smooth UI: Micro-animations and premium interface design ensuring a 'Wow'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Final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Demonstrations:</a:t>
            </a:r>
          </a:p>
          <a:p>
            <a:pPr lvl="1"/>
            <a:r>
              <a:t>• Video Demo: Highlighting the end-to-end luxury retail workflow.</a:t>
            </a:r>
          </a:p>
          <a:p>
            <a:pPr lvl="1"/>
            <a:r>
              <a:t>• Live Demo: Showcasing real-time clienteling and RFID inventory scanning.</a:t>
            </a:r>
          </a:p>
          <a:p>
            <a:pPr lvl="1"/>
            <a:r>
              <a:t>• App on Phone: Hands-on experience with the RSMS application on target iOS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